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>
      <a:lvl1pPr>
        <a:defRPr sz="1800">
          <a:solidFill>
            <a:schemeClr val="tx1"/>
          </a:solidFill>
          <a:latin typeface="Arial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